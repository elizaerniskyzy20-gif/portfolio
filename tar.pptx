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2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6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7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8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7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2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3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2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2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63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Тема: Тарых сабагын окутуунун методикасы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Методикалык тарых – тарых предметин окутуунун максаттарын, мазмунун, усулдарын жана формаларын изилдеген илим.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Максаттары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Тарыхый билим берүү</a:t>
            </a:r>
          </a:p>
          <a:p>
            <a:r>
              <a:t>• Сынчыл ой жүгүртүүнү өнүктүрүү</a:t>
            </a:r>
          </a:p>
          <a:p>
            <a:r>
              <a:t>• Патриоттук тарбия берүү</a:t>
            </a:r>
          </a:p>
          <a:p>
            <a:r>
              <a:t>• Маданий мурастарды урматтоо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Окутуунун мазмуну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Окуу программасы</a:t>
            </a:r>
          </a:p>
          <a:p>
            <a:r>
              <a:t>• Тарыхый окуялар жана фактылар</a:t>
            </a:r>
          </a:p>
          <a:p>
            <a:r>
              <a:t>• Даталар жана хронология</a:t>
            </a:r>
          </a:p>
          <a:p>
            <a:r>
              <a:t>• Тарыхый инсандар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Окутуу усулдары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Сөздүк усулдар</a:t>
            </a:r>
          </a:p>
          <a:p>
            <a:r>
              <a:t>• Көрсөтмөлүү усулдар</a:t>
            </a:r>
          </a:p>
          <a:p>
            <a:r>
              <a:t>• Практикалык усулдар</a:t>
            </a:r>
          </a:p>
          <a:p>
            <a:r>
              <a:t>• Интерактивдүү усулдар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Сөздүк усулдар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Лекция</a:t>
            </a:r>
          </a:p>
          <a:p>
            <a:r>
              <a:t>• Аңгеме</a:t>
            </a:r>
          </a:p>
          <a:p>
            <a:r>
              <a:t>• Түшүндүрүү</a:t>
            </a:r>
          </a:p>
          <a:p>
            <a:r>
              <a:t>• Суроо-жооп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Көрсөтмөлүү усулдар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Карта колдонуу</a:t>
            </a:r>
          </a:p>
          <a:p>
            <a:r>
              <a:t>• Сүрөт, схема</a:t>
            </a:r>
          </a:p>
          <a:p>
            <a:r>
              <a:t>• Видео, презентация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Практикалык усулдар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Документтер менен иштөө</a:t>
            </a:r>
          </a:p>
          <a:p>
            <a:r>
              <a:t>• Тапшырмалар</a:t>
            </a:r>
          </a:p>
          <a:p>
            <a:r>
              <a:t>• Долбоорлор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Интерактивдүү усулдар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Топтук иш</a:t>
            </a:r>
          </a:p>
          <a:p>
            <a:r>
              <a:t>• Дебат</a:t>
            </a:r>
          </a:p>
          <a:p>
            <a:r>
              <a:t>• Мээ чабуулу</a:t>
            </a:r>
          </a:p>
          <a:p>
            <a:r>
              <a:t>• Рольдук оюндар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Окутуунун формалары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Сабак</a:t>
            </a:r>
          </a:p>
          <a:p>
            <a:r>
              <a:t>• Семинар</a:t>
            </a:r>
          </a:p>
          <a:p>
            <a:r>
              <a:t>• Экскурсия</a:t>
            </a:r>
          </a:p>
          <a:p>
            <a:r>
              <a:t>• Практикалык иштер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Каражаттар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Окуу китептери</a:t>
            </a:r>
          </a:p>
          <a:p>
            <a:r>
              <a:t>• Карта, атлас</a:t>
            </a:r>
          </a:p>
          <a:p>
            <a:r>
              <a:t>• Видео материалдар</a:t>
            </a:r>
          </a:p>
          <a:p>
            <a:r>
              <a:t>• Тарыхый булактар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Баалоо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Тесттер</a:t>
            </a:r>
          </a:p>
          <a:p>
            <a:r>
              <a:t>• Суроо-жооп</a:t>
            </a:r>
          </a:p>
          <a:p>
            <a:r>
              <a:t>• Жазуу иштери</a:t>
            </a:r>
          </a:p>
          <a:p>
            <a:r>
              <a:t>• Долбоорлор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Жыйынтык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Методикалык тарых – тарых сабагын эффективдүү жана кызыктуу окутуунун негизги куралы.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TM02474572[[fn=Медицинский шаблон оформления]]</Template>
  <TotalTime>1</TotalTime>
  <Words>165</Words>
  <Application>Microsoft Office PowerPoint</Application>
  <PresentationFormat>Экран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La mente</vt:lpstr>
      <vt:lpstr>Тема: Тарых сабагын окутуунун методикасы</vt:lpstr>
      <vt:lpstr>Максаттары</vt:lpstr>
      <vt:lpstr>Окутуунун мазмуну</vt:lpstr>
      <vt:lpstr>Окутуу усулдары</vt:lpstr>
      <vt:lpstr>Сөздүк усулдар</vt:lpstr>
      <vt:lpstr>Көрсөтмөлүү усулдар</vt:lpstr>
      <vt:lpstr>Практикалык усулдар</vt:lpstr>
      <vt:lpstr>Интерактивдүү усулдар</vt:lpstr>
      <vt:lpstr>Окутуунун формалары</vt:lpstr>
      <vt:lpstr>Каражаттар</vt:lpstr>
      <vt:lpstr>Баалоо</vt:lpstr>
      <vt:lpstr>Жыйынтык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Мугалим</dc:creator>
  <cp:keywords/>
  <dc:description>generated using python-pptx</dc:description>
  <cp:lastModifiedBy>Мугалим</cp:lastModifiedBy>
  <cp:revision>2</cp:revision>
  <dcterms:created xsi:type="dcterms:W3CDTF">2013-01-27T09:14:16Z</dcterms:created>
  <dcterms:modified xsi:type="dcterms:W3CDTF">2026-04-02T15:17:20Z</dcterms:modified>
  <cp:category/>
</cp:coreProperties>
</file>