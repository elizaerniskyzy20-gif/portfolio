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519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5176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803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29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82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718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150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82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062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202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81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Тарых сабагын окутууда колдонмолор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Түшүнүк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Колдонмолор – бул мугалим сабак өтүүдө колдонгон жардамчы каражаттар.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Колдонмолордун максаты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Сабакты түшүнүктүү кылуу</a:t>
            </a:r>
          </a:p>
          <a:p>
            <a:r>
              <a:t>Окуучунун кызыгуусун арттыруу</a:t>
            </a:r>
          </a:p>
          <a:p>
            <a:r>
              <a:t>Маалыматты жакшы жеткирүү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Негизги колдонмолор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Китептер</a:t>
            </a:r>
          </a:p>
          <a:p>
            <a:r>
              <a:t>Карта</a:t>
            </a:r>
          </a:p>
          <a:p>
            <a:r>
              <a:t>Сүрөттөр</a:t>
            </a:r>
          </a:p>
          <a:p>
            <a:r>
              <a:t>Таблицалар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Техникалык колдонмолор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Компьютер</a:t>
            </a:r>
          </a:p>
          <a:p>
            <a:r>
              <a:t>Проектор</a:t>
            </a:r>
          </a:p>
          <a:p>
            <a:r>
              <a:t>Видео жана аудио материалдар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Интерактивдүү колдонмолор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Презентациялар</a:t>
            </a:r>
          </a:p>
          <a:p>
            <a:r>
              <a:t>Тесттер</a:t>
            </a:r>
          </a:p>
          <a:p>
            <a:r>
              <a:t>Онлайн платформалар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Тарых сабагындагы ролу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Колдонмолор тарыхты жакшы түшүнүүгө жардам берет жана окуучунун эсинде жакшы сакталат.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Жыйынтык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Колдонмолор – сапаттуу билим берүүнүн маанилүү бөлүгү.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Галерея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алерея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70</Words>
  <Application>Microsoft Office PowerPoint</Application>
  <PresentationFormat>Экран (4:3)</PresentationFormat>
  <Paragraphs>24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Галерея</vt:lpstr>
      <vt:lpstr>Тарых сабагын окутууда колдонмолор</vt:lpstr>
      <vt:lpstr>Түшүнүк</vt:lpstr>
      <vt:lpstr>Колдонмолордун максаты</vt:lpstr>
      <vt:lpstr>Негизги колдонмолор</vt:lpstr>
      <vt:lpstr>Техникалык колдонмолор</vt:lpstr>
      <vt:lpstr>Интерактивдүү колдонмолор</vt:lpstr>
      <vt:lpstr>Тарых сабагындагы ролу</vt:lpstr>
      <vt:lpstr>Жыйынтык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Мугалим</cp:lastModifiedBy>
  <cp:revision>2</cp:revision>
  <dcterms:created xsi:type="dcterms:W3CDTF">2013-01-27T09:14:16Z</dcterms:created>
  <dcterms:modified xsi:type="dcterms:W3CDTF">2026-04-02T17:30:40Z</dcterms:modified>
  <cp:category/>
</cp:coreProperties>
</file>